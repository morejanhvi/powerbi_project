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/>
              <a:t>APPLE Stock Prices Dataset  Power BI Analysis 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Historical Analysis from Dec 15, 1980 – Dec 31, 2025</a:t>
            </a:r>
          </a:p>
          <a:p>
            <a:r>
              <a:rPr dirty="0"/>
              <a:t>Prepared by </a:t>
            </a:r>
            <a:r>
              <a:rPr lang="en-US" dirty="0"/>
              <a:t>Janvi More</a:t>
            </a:r>
            <a:endParaRPr dirty="0"/>
          </a:p>
          <a:p>
            <a:r>
              <a:rPr dirty="0"/>
              <a:t>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historical stock market data to identify trends, volatility, and trading patterns.</a:t>
            </a:r>
          </a:p>
          <a:p>
            <a:r>
              <a:t>• Build an interactive Power BI dashboard to explore stock behavior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Records: 11,354 trading days</a:t>
            </a:r>
          </a:p>
          <a:p>
            <a:r>
              <a:t>• Date Range: Dec 15, 1980 – Dec 31, 2025</a:t>
            </a:r>
          </a:p>
          <a:p>
            <a:r>
              <a:t>• Features: Date, Open, High, Low, Close, Volume,</a:t>
            </a:r>
          </a:p>
          <a:p>
            <a:r>
              <a:t>  Daily Return, Price Range, Price Change</a:t>
            </a:r>
          </a:p>
          <a:p>
            <a:r>
              <a:t>• Purpose: Understand price trends, volatility, returns, and volume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Imported dataset and verified data accuracy</a:t>
            </a:r>
          </a:p>
          <a:p>
            <a:r>
              <a:t>• Assigned correct data types (Date &amp; Numeric fields)</a:t>
            </a:r>
          </a:p>
          <a:p>
            <a:r>
              <a:t>• Created calculated columns:</a:t>
            </a:r>
          </a:p>
          <a:p>
            <a:r>
              <a:t>  – Cumulative Return</a:t>
            </a:r>
          </a:p>
          <a:p>
            <a:r>
              <a:t>  – 20-day &amp; 50-day Moving Averages</a:t>
            </a:r>
          </a:p>
          <a:p>
            <a:r>
              <a:t>• Applied slicers for Year, Month, and Volume thresholds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 chart showing Close Price over time</a:t>
            </a:r>
          </a:p>
          <a:p>
            <a:r>
              <a:t>• Clearly indicates long-term market growth</a:t>
            </a:r>
          </a:p>
          <a:p>
            <a:r>
              <a:t>• Bull and bear market phases are easily identifiable</a:t>
            </a:r>
          </a:p>
          <a:p>
            <a:r>
              <a:t>(Power BI Close Price trend visual)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Return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Column chart displaying Daily Returns</a:t>
            </a:r>
          </a:p>
          <a:p>
            <a:r>
              <a:t>• Green bars indicate positive returns</a:t>
            </a:r>
          </a:p>
          <a:p>
            <a:r>
              <a:t>• Red bars indicate negative returns</a:t>
            </a:r>
          </a:p>
          <a:p>
            <a:r>
              <a:t>• Most returns are small with few extreme outliers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Volatility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Area chart using Price Range as volatility indicator</a:t>
            </a:r>
          </a:p>
          <a:p>
            <a:r>
              <a:t>• Highlights periods of high market uncertainty</a:t>
            </a:r>
          </a:p>
          <a:p>
            <a:r>
              <a:t>• Useful for understanding market risk</a:t>
            </a:r>
          </a:p>
          <a:p>
            <a:r>
              <a:t>(Power BI volatility visual)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Stacked column chart representing trading volume</a:t>
            </a:r>
          </a:p>
          <a:p>
            <a:r>
              <a:t>• Sudden spikes show increased market activity</a:t>
            </a:r>
          </a:p>
          <a:p>
            <a:r>
              <a:t>• High volume often aligns with major price movements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Cumulative Return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Line/area chart of cumulative return</a:t>
            </a:r>
          </a:p>
          <a:p>
            <a:r>
              <a:t>• Demonstrates overall investment growth</a:t>
            </a:r>
          </a:p>
          <a:p>
            <a:r>
              <a:t>• Confirms long-term profitability despite short-term fluctuations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Change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Waterfall chart showing daily price changes</a:t>
            </a:r>
          </a:p>
          <a:p>
            <a:r>
              <a:t>• Visualizes incremental gains and losses</a:t>
            </a:r>
          </a:p>
          <a:p>
            <a:r>
              <a:t>• Helps track contribution of each trading 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Moving Average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 chart for 20-day and 50-day moving averages</a:t>
            </a:r>
          </a:p>
          <a:p>
            <a:r>
              <a:t>• Smooths short-term price noise</a:t>
            </a:r>
          </a:p>
          <a:p>
            <a:r>
              <a:t>• Helps identify trend direction and reversals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Long-term upward market trend observed</a:t>
            </a:r>
          </a:p>
          <a:p>
            <a:r>
              <a:t>• High volatility during major market events</a:t>
            </a:r>
          </a:p>
          <a:p>
            <a:r>
              <a:t>• Strong relationship between volume and price movement</a:t>
            </a:r>
          </a:p>
          <a:p>
            <a:r>
              <a:t>• Moving averages support trend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Integrated Power BI dashboard view</a:t>
            </a:r>
          </a:p>
          <a:p>
            <a:r>
              <a:t>• Interactive slicers for time period and volume</a:t>
            </a:r>
          </a:p>
          <a:p>
            <a:r>
              <a:t>• Enables real-time data exploration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Power BI enables fast and effective stock data analysis</a:t>
            </a:r>
          </a:p>
          <a:p>
            <a:r>
              <a:t>• Visual insights support investment and risk decisions</a:t>
            </a:r>
          </a:p>
          <a:p>
            <a:r>
              <a:t>• Future scope:</a:t>
            </a:r>
          </a:p>
          <a:p>
            <a:r>
              <a:t>  – Predictive analytics</a:t>
            </a:r>
          </a:p>
          <a:p>
            <a:r>
              <a:t>  – Multi-stock comparison</a:t>
            </a:r>
          </a:p>
          <a:p>
            <a:r>
              <a:t>  – Advanced technical indicators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attention!</a:t>
            </a:r>
          </a:p>
          <a:p>
            <a:r>
              <a:t>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455</Words>
  <Application>Microsoft Office PowerPoint</Application>
  <PresentationFormat>On-screen Show 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APPLE Stock Prices Dataset  Power BI Analysis </vt:lpstr>
      <vt:lpstr>Objective</vt:lpstr>
      <vt:lpstr>Dataset Overview</vt:lpstr>
      <vt:lpstr>Data Preparation in Power BI</vt:lpstr>
      <vt:lpstr>Price Trend Analysis</vt:lpstr>
      <vt:lpstr>Daily Return Analysis</vt:lpstr>
      <vt:lpstr>Volatility Analysis</vt:lpstr>
      <vt:lpstr>Volume Analysis</vt:lpstr>
      <vt:lpstr>Cumulative Return Analysis</vt:lpstr>
      <vt:lpstr>Price Change Analysis</vt:lpstr>
      <vt:lpstr>Moving Average Analysis</vt:lpstr>
      <vt:lpstr>Key Insights</vt:lpstr>
      <vt:lpstr>Dashboard Snapshot</vt:lpstr>
      <vt:lpstr>Conclusion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Tanvi Chavan</cp:lastModifiedBy>
  <cp:revision>2</cp:revision>
  <dcterms:created xsi:type="dcterms:W3CDTF">2013-01-27T09:14:16Z</dcterms:created>
  <dcterms:modified xsi:type="dcterms:W3CDTF">2026-02-17T19:35:49Z</dcterms:modified>
  <cp:category/>
</cp:coreProperties>
</file>